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0392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29F38-1855-45C3-A8EB-0CC684CCAE47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20E56-5838-456C-BDA6-E9AFA7CAD6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214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3679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581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7679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2305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76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21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20E56-5838-456C-BDA6-E9AFA7CAD605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60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36B78E-48AD-BFBC-1F21-2825571A5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6504BD-47FA-4F60-8AC6-0710A6314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3EEAE0-F427-1D0D-F917-3936C43B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912958-086B-F6D3-2C6E-5572840B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778F9-EF84-5E45-6462-EC93D329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4897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9192E-78CA-08F2-E474-3A83B6E4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69A49C-4804-E5ED-CE8D-09C7F3D37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4B73BE-0971-A9AA-4640-2F99608A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2A5778-30C5-4EB8-DC58-CC7964D0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DD08E8-DC02-69CD-8924-6DF6A317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7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91914-85CC-CCC6-B8E8-DDE493D3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D8FD62-8BA9-BE5D-ACF1-8BA027328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6D36CD-ADE5-171B-FD74-CE2BD4F5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8F8C00-65A5-80D2-AE9B-BDE90362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DD77A4-C91D-E692-6FE9-78F0A493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00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1638F-8AC2-189F-96AD-58B0B537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37A81D-4605-89FE-8EF6-0BE226FAB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7AA1AC-E51D-BACA-1E2B-C8BDDD8D5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24E9BF-CCF1-FABB-2174-62DAFD41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D813B9-7973-9F17-B29D-87B09C1D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8E750C-601F-31CA-283A-E2B68E67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655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CAEAFD-69FD-E459-2D64-5C5532CB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E42DA5-986D-0F41-0510-0F6687B15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B6C0F5-7BA7-1CAA-E81A-241480296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66E60F-9992-B6AF-BCD6-1AD4A087D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E59599-AC1B-8CEB-EC5C-EC719A3CD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9352D92-4829-C683-C8FF-7DA22E61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F85709E-E51D-F852-7D8E-16164498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DB9E436-B6CD-2C5D-DDF3-54C8D529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272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E45BC-25FC-362F-7871-2D1DD6A2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D3E0DD-FBFA-E0D1-5627-480C833F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537513-0BCE-B6DA-7198-FE1F6FF2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59F095-D6E1-4F0B-9757-AA1CD450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8004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E7409A-CA6C-D767-0A2A-C72C0CD9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364E094-724C-EAF4-5E2E-F3675766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81E80E-1E3D-B342-E74D-A5F51CF1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878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CC83B-9D53-F914-FAAA-1D04E49D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98582-3A67-2B22-1561-91AF316F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615D93-5949-12DD-3A8D-A264E31FD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A2C836-6E76-138F-9C22-0604401D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6E9E1C-4C74-8D18-75FE-926CCB58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5F482A-197D-802D-B446-31C12AB8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143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85415-9CB0-F70E-CD9A-BC11B9B1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1D128E-073E-42CF-E08E-A5FBD9731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3B65FC-6A9F-B57C-8996-D4A6993B1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E82286-9DA0-10D4-04F1-D823BC5B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E83B07-956B-010A-FDAC-3A3BAA07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2E443E-C1C7-BE29-3CC3-05B99EAF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893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845DF-B316-7CD0-8306-3AD59801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704433-6271-960D-A46B-69C2BBBDA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034B68-C1D0-FE36-016B-0D17B221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BA3B76-C5C9-42D3-9892-DEB993C3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72B9E2-A9A5-1B65-DCD7-FD11DE4B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078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4A657D8-BFBF-8F93-D4E0-EE5856FF1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955A85-D991-E556-6E84-BE866465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C81CA0-AE45-F8BF-9FAF-58A956E4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314FB6-AA43-1090-658A-0997CEBF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C8E9F2-4732-CBCB-7EAC-49FF8119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9468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1C713A7-D471-D645-E29B-60270BB5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B13B30-42FE-541D-E18C-EDF09D24C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3DB4F-2F85-2297-CD08-DDCE8FFD4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2DE6A-4BCF-4AD4-BB26-B377A6645ABD}" type="datetimeFigureOut">
              <a:rPr lang="de-CH" smtClean="0"/>
              <a:t>26.03.2026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DE7C70-639F-31D0-3287-4BCEA238A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216E56-F4BC-CD41-81C3-7F63776CE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98BEA-5E85-4227-9E3A-582CAA7DB66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068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D0E54A-E9D3-5B79-4340-8686E6F3D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7" y="640080"/>
            <a:ext cx="5982735" cy="3566160"/>
          </a:xfrm>
        </p:spPr>
        <p:txBody>
          <a:bodyPr anchor="b">
            <a:normAutofit/>
          </a:bodyPr>
          <a:lstStyle/>
          <a:p>
            <a:pPr algn="l"/>
            <a:r>
              <a:rPr lang="de-CH" sz="5400" dirty="0"/>
              <a:t>Analyse 1. Iteration,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0DC204-F256-BFE6-3A9B-99DCF43CB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Dodis PSE</a:t>
            </a:r>
          </a:p>
          <a:p>
            <a:pPr algn="l"/>
            <a:r>
              <a:rPr lang="de-CH" dirty="0"/>
              <a:t>Scheer Leonard</a:t>
            </a: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Dynamische Programmierung - Komplexe Probleme effektiv lösen!">
            <a:extLst>
              <a:ext uri="{FF2B5EF4-FFF2-40B4-BE49-F238E27FC236}">
                <a16:creationId xmlns:a16="http://schemas.microsoft.com/office/drawing/2014/main" id="{794AB947-11AB-76DA-1F85-79B35DBC1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2" r="18825" b="1"/>
          <a:stretch>
            <a:fillRect/>
          </a:stretch>
        </p:blipFill>
        <p:spPr bwMode="auto">
          <a:xfrm>
            <a:off x="663808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89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D46BC-4ACF-F78B-6917-646A15450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455920" cy="3320668"/>
          </a:xfrm>
        </p:spPr>
        <p:txBody>
          <a:bodyPr>
            <a:normAutofit/>
          </a:bodyPr>
          <a:lstStyle/>
          <a:p>
            <a:r>
              <a:rPr lang="de-CH" sz="2400" dirty="0"/>
              <a:t>Python, </a:t>
            </a:r>
            <a:r>
              <a:rPr lang="de-CH" sz="2400" dirty="0" err="1"/>
              <a:t>spaCy</a:t>
            </a:r>
            <a:r>
              <a:rPr lang="de-CH" sz="2400" dirty="0"/>
              <a:t>, Entity Linking, </a:t>
            </a:r>
            <a:r>
              <a:rPr lang="de-CH" sz="2400" dirty="0" err="1"/>
              <a:t>Wikidata</a:t>
            </a:r>
            <a:r>
              <a:rPr lang="de-CH" sz="2400" dirty="0"/>
              <a:t>-Strukturen und ML</a:t>
            </a:r>
          </a:p>
          <a:p>
            <a:endParaRPr lang="de-CH" sz="2400" dirty="0"/>
          </a:p>
          <a:p>
            <a:r>
              <a:rPr lang="de-CH" sz="2400" dirty="0"/>
              <a:t>Pures Verstehen</a:t>
            </a:r>
          </a:p>
          <a:p>
            <a:endParaRPr lang="de-CH" sz="2400" dirty="0"/>
          </a:p>
          <a:p>
            <a:r>
              <a:rPr lang="de-CH" sz="2400" dirty="0"/>
              <a:t>"Recherche" und "</a:t>
            </a:r>
            <a:r>
              <a:rPr lang="de-CH" sz="2400" dirty="0" err="1"/>
              <a:t>Prototyping</a:t>
            </a:r>
            <a:r>
              <a:rPr lang="de-CH" sz="2400" dirty="0"/>
              <a:t>"</a:t>
            </a:r>
            <a:endParaRPr lang="de-CH" sz="2200" dirty="0"/>
          </a:p>
        </p:txBody>
      </p:sp>
      <p:pic>
        <p:nvPicPr>
          <p:cNvPr id="1026" name="Picture 2" descr="Der Turmbau zu Babel, Bruegel und der Totalitarismus - feinschwarz.net">
            <a:extLst>
              <a:ext uri="{FF2B5EF4-FFF2-40B4-BE49-F238E27FC236}">
                <a16:creationId xmlns:a16="http://schemas.microsoft.com/office/drawing/2014/main" id="{9309CB8C-0532-02C6-8B24-6715ABCFC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3" r="14297" b="-2"/>
          <a:stretch>
            <a:fillRect/>
          </a:stretch>
        </p:blipFill>
        <p:spPr bwMode="auto">
          <a:xfrm>
            <a:off x="6376827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9EE88C-27A0-F8C1-3B9F-AC596C66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dirty="0"/>
              <a:t>Technologie-Einarbeitung</a:t>
            </a:r>
            <a:endParaRPr lang="de-CH" dirty="0"/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16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A7F766-B77D-F721-0005-E06E507C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50831"/>
            <a:ext cx="8546840" cy="1450725"/>
          </a:xfrm>
        </p:spPr>
        <p:txBody>
          <a:bodyPr anchor="b">
            <a:normAutofit/>
          </a:bodyPr>
          <a:lstStyle/>
          <a:p>
            <a:r>
              <a:rPr lang="de-DE" sz="4000" dirty="0"/>
              <a:t>Die Illusion der einfachen "User Story" (Kundenanforderungen vs. Realität)</a:t>
            </a:r>
            <a:endParaRPr lang="de-CH" sz="40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3B33F0-EE78-27CB-2B99-49512EB50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de-DE" sz="2200" dirty="0"/>
              <a:t>„Filtert </a:t>
            </a:r>
            <a:r>
              <a:rPr lang="de-DE" sz="2200" dirty="0" err="1"/>
              <a:t>Wikidata</a:t>
            </a:r>
            <a:r>
              <a:rPr lang="de-DE" sz="2200" dirty="0"/>
              <a:t>-dump einfach auf Personen und Orte.„</a:t>
            </a:r>
          </a:p>
          <a:p>
            <a:pPr marL="0" indent="0">
              <a:buNone/>
            </a:pPr>
            <a:endParaRPr lang="de-DE" sz="2200" dirty="0"/>
          </a:p>
          <a:p>
            <a:r>
              <a:rPr lang="de-DE" sz="2200" dirty="0"/>
              <a:t>Was ist ein Ort? Gehören historische Regionen dazu?</a:t>
            </a:r>
          </a:p>
          <a:p>
            <a:endParaRPr lang="de-DE" sz="2200" dirty="0"/>
          </a:p>
          <a:p>
            <a:r>
              <a:rPr lang="de-DE" sz="2200" dirty="0" err="1"/>
              <a:t>Resige</a:t>
            </a:r>
            <a:r>
              <a:rPr lang="de-DE" sz="2200" dirty="0"/>
              <a:t> "</a:t>
            </a:r>
            <a:r>
              <a:rPr lang="de-DE" sz="2200" dirty="0" err="1"/>
              <a:t>Epics</a:t>
            </a:r>
            <a:r>
              <a:rPr lang="de-DE" sz="2200" dirty="0"/>
              <a:t>" (wie "</a:t>
            </a:r>
            <a:r>
              <a:rPr lang="de-DE" sz="2200" dirty="0" err="1"/>
              <a:t>Wikidata</a:t>
            </a:r>
            <a:r>
              <a:rPr lang="de-DE" sz="2200" dirty="0"/>
              <a:t> filtern") in kleine Probleme runterbrechen.</a:t>
            </a:r>
            <a:endParaRPr lang="de-CH" sz="22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668548B-8F3E-00EB-CA0D-17F6B94BB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941431"/>
            <a:ext cx="5458968" cy="297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0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0E9558-2433-BF30-E670-FFFF873B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7" y="621792"/>
            <a:ext cx="6382673" cy="1481328"/>
          </a:xfrm>
        </p:spPr>
        <p:txBody>
          <a:bodyPr anchor="b">
            <a:normAutofit/>
          </a:bodyPr>
          <a:lstStyle/>
          <a:p>
            <a:r>
              <a:rPr lang="de-DE" dirty="0"/>
              <a:t>Der Blick nach vorn – Das "100-Gigabyte-Risiko"</a:t>
            </a:r>
            <a:endParaRPr lang="de-CH" dirty="0"/>
          </a:p>
        </p:txBody>
      </p:sp>
      <p:sp>
        <p:nvSpPr>
          <p:cNvPr id="206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507B8D-D1DA-9EDA-DCB8-6307A74B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de-CH" sz="2200" dirty="0"/>
              <a:t>Wie gehen wir mit Risiko um?</a:t>
            </a:r>
          </a:p>
          <a:p>
            <a:endParaRPr lang="de-CH" sz="2200" dirty="0"/>
          </a:p>
          <a:p>
            <a:r>
              <a:rPr lang="de-CH" sz="2200" dirty="0" err="1"/>
              <a:t>Bsp</a:t>
            </a:r>
            <a:r>
              <a:rPr lang="de-CH" sz="2200" dirty="0"/>
              <a:t> </a:t>
            </a:r>
            <a:r>
              <a:rPr lang="de-CH" sz="2400" dirty="0" err="1"/>
              <a:t>Wikidata</a:t>
            </a:r>
            <a:r>
              <a:rPr lang="de-CH" sz="2400" dirty="0"/>
              <a:t>-Dump 100Gb</a:t>
            </a:r>
          </a:p>
          <a:p>
            <a:endParaRPr lang="de-CH" sz="2400" dirty="0"/>
          </a:p>
          <a:p>
            <a:r>
              <a:rPr lang="de-CH" sz="2400" dirty="0"/>
              <a:t>Risiko erst Analysieren vor Coden</a:t>
            </a:r>
            <a:endParaRPr lang="de-CH" sz="2200" dirty="0"/>
          </a:p>
        </p:txBody>
      </p:sp>
      <p:pic>
        <p:nvPicPr>
          <p:cNvPr id="2052" name="Picture 4" descr="Risk isn't just about probability… it's about impact. | Mohammad AlSous  PMI- PMP, Master Degree, Digital Transformation">
            <a:extLst>
              <a:ext uri="{FF2B5EF4-FFF2-40B4-BE49-F238E27FC236}">
                <a16:creationId xmlns:a16="http://schemas.microsoft.com/office/drawing/2014/main" id="{75AA1BD6-5911-F158-F631-0D37F9EAC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64731" y="640080"/>
            <a:ext cx="412760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50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5FE6B3-5FAE-467F-B2C0-12B46C999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69"/>
            <a:ext cx="5600299" cy="1956841"/>
          </a:xfrm>
        </p:spPr>
        <p:txBody>
          <a:bodyPr anchor="b">
            <a:normAutofit/>
          </a:bodyPr>
          <a:lstStyle/>
          <a:p>
            <a:r>
              <a:rPr lang="de-CH" sz="4800" dirty="0"/>
              <a:t>Team-Organisation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92B3FE-04D2-0182-D91E-4F9D570F4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de-CH" sz="2200"/>
              <a:t>Task-Verteilung aufpassen</a:t>
            </a:r>
          </a:p>
          <a:p>
            <a:endParaRPr lang="de-CH" sz="2200"/>
          </a:p>
          <a:p>
            <a:r>
              <a:rPr lang="de-CH" sz="2200"/>
              <a:t>"Leerläufe« und Wartezeiten vermeiden </a:t>
            </a:r>
          </a:p>
          <a:p>
            <a:endParaRPr lang="de-CH" sz="2200"/>
          </a:p>
          <a:p>
            <a:r>
              <a:rPr lang="de-CH" sz="2200"/>
              <a:t>Engpässe frühzeitig erkennen</a:t>
            </a:r>
          </a:p>
          <a:p>
            <a:endParaRPr lang="de-CH" sz="220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B642775-274C-5A1A-08A9-2DE36318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" r="-1" b="-1"/>
          <a:stretch>
            <a:fillRect/>
          </a:stretch>
        </p:blipFill>
        <p:spPr>
          <a:xfrm>
            <a:off x="5935579" y="10"/>
            <a:ext cx="6254898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035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BC363C-4AEC-DAA0-CA99-01F21B3B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CH" sz="4800" dirty="0"/>
              <a:t>Ausblick Iteration 2 </a:t>
            </a:r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AD7A3F-FFF2-8F5A-4930-489D75B79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de-CH" sz="2200"/>
              <a:t>Wikidata dump filtern</a:t>
            </a:r>
          </a:p>
          <a:p>
            <a:endParaRPr lang="de-CH" sz="2200"/>
          </a:p>
          <a:p>
            <a:r>
              <a:rPr lang="de-CH" sz="2200"/>
              <a:t>NEL (Named Entity Linking) vorbereiten  und trainieren</a:t>
            </a:r>
          </a:p>
        </p:txBody>
      </p:sp>
      <p:pic>
        <p:nvPicPr>
          <p:cNvPr id="5122" name="Picture 2" descr="11 beste KI PowerPoint Generator-Tools (2026) [KOSTENLOS]">
            <a:extLst>
              <a:ext uri="{FF2B5EF4-FFF2-40B4-BE49-F238E27FC236}">
                <a16:creationId xmlns:a16="http://schemas.microsoft.com/office/drawing/2014/main" id="{7407BA1A-60A0-3455-C509-25CA228D4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2" r="3746" b="1"/>
          <a:stretch>
            <a:fillRect/>
          </a:stretch>
        </p:blipFill>
        <p:spPr bwMode="auto">
          <a:xfrm>
            <a:off x="5896956" y="0"/>
            <a:ext cx="7518855" cy="7496136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52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864D2E-718B-5E09-0EBF-A59DFADE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471664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 err="1"/>
              <a:t>Vielen</a:t>
            </a:r>
            <a:r>
              <a:rPr lang="en-US" sz="4200" dirty="0"/>
              <a:t> Dank für </a:t>
            </a:r>
            <a:r>
              <a:rPr lang="en-US" sz="4200" dirty="0" err="1"/>
              <a:t>Ihre</a:t>
            </a:r>
            <a:r>
              <a:rPr lang="en-US" sz="4200" dirty="0"/>
              <a:t> </a:t>
            </a:r>
            <a:r>
              <a:rPr lang="en-US" sz="4200" dirty="0" err="1"/>
              <a:t>Aufmerksamkeit</a:t>
            </a:r>
            <a:r>
              <a:rPr lang="en-US" sz="4200" dirty="0"/>
              <a:t>.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erschiedenfarbige Fragezeichen">
            <a:extLst>
              <a:ext uri="{FF2B5EF4-FFF2-40B4-BE49-F238E27FC236}">
                <a16:creationId xmlns:a16="http://schemas.microsoft.com/office/drawing/2014/main" id="{8DF11B07-062C-A572-89D5-A0962F6E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97" r="2348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6279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Breitbild</PresentationFormat>
  <Paragraphs>39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Analyse 1. Iteration,</vt:lpstr>
      <vt:lpstr>Technologie-Einarbeitung</vt:lpstr>
      <vt:lpstr>Die Illusion der einfachen "User Story" (Kundenanforderungen vs. Realität)</vt:lpstr>
      <vt:lpstr>Der Blick nach vorn – Das "100-Gigabyte-Risiko"</vt:lpstr>
      <vt:lpstr>Team-Organisation</vt:lpstr>
      <vt:lpstr>Ausblick Iteration 2 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Scheer, Leonard Volker René (STUDENTS)</dc:creator>
  <cp:lastModifiedBy>Scheer, Leonard Volker René (STUDENTS)</cp:lastModifiedBy>
  <cp:revision>5</cp:revision>
  <dcterms:created xsi:type="dcterms:W3CDTF">2026-03-16T09:08:22Z</dcterms:created>
  <dcterms:modified xsi:type="dcterms:W3CDTF">2026-03-26T16:30:16Z</dcterms:modified>
</cp:coreProperties>
</file>